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+ 约束 v3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 proxy → 实 ckpt MoE 10B-A2B,HF/FSDP/verl/vLLM 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57607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5760720" cy="38404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目标 + 模型形态(In-Scope)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Phase A 模型(proxy)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+ Vision/Audio encoder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→ T:训出可工作的 omni 理解 proxy,验证整套流水线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91414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5072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Phase B 模型(real)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ckpt(MoE ~10B-A2B,新架构)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T+18:同一份流水线,只换 LLM 骨干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58470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2128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支持模态(理解)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/ Audio / Video / Text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MMMU ≥ 60 / DocVQA ≥ 90 / VideoMME ≥ 60 / OpenASR ≤ 7 WER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25526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29184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上下文长度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 16K,扩到 48K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MMLongBench-Doc ≥ 35,跳过 256K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92582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96240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Agent 能力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/ 文档 / 工具调用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ScreenSpot-Pro ≥ 40,可上线门槛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459638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63296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Text 保真(硬约束)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base 文本能力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相对 base 损 ≤ 2 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7772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777240"/>
            <a:ext cx="553212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82296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明确不做(Out-of-Scope)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123444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图像 / 语音 / 视频生成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Talker / Code2Wav / dNaViT / DiT head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73368" y="152704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256K 长上下文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6 跳过,Phase B 内 48K 即收敛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73368" y="1819656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自研 audio encoder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 需 40M 小时音频,我方走 Whisper-v3 路线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331720"/>
            <a:ext cx="5532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331720"/>
            <a:ext cx="553212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37744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技术栈选择 + 关键假设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73368" y="27889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训练框架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 + FSDP2(避免 Megatron),accelerate optional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73368" y="30683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框架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verl(volcengine/verl),原生支持 GRPO + FSDP + vLLM rollout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73368" y="33477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/ Rollout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vLLM(verl rollout 后端 + 评测推理)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73368" y="36271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fork + 自家 text 套件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73368" y="39065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Qwen3.5-4B-base + 添加 ~25 MM special token(详见 Slide 6)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73368" y="41859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encoder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SigLIP-SO400M / InternViT-300M(2 选 1) + MLP projector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73368" y="44653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 encoder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Whisper-large-v3(~5M 小时) + MLP projector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73368" y="47447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假设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 10B-A2B 新架构,需要本组 vLLM 模型类适配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73368" y="50241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16-32 H100 节点(SFT)+ B200 集群(RL)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双阶段策略: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用 Qwen3.5-4B-base 做 proxy 跑通流水线,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到达后只换 LLM 骨干,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流水线零返工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路径主线 ≠ 配方主线: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工程主线走 Nemotron(开源代码可借鉴);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但具体方法 Qwen3.5/LongCat 都有可吸收点,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详见 Slide 3 消融矩阵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Whisper 替代 AuT: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AuT 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小时音频,我方资源不允许;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40M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Whisper-v3(~5M)足够覆盖理解需求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模型卡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(HuggingFace)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(OSS RL 框架)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/ LongCat / Qwen3.5)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路径选型推理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工程主线选 Nemotron,但 Qwen3.5/LongCat 配方按 ROI 吸收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3931920"/>
        </p:xfrm>
        <a:graphic>
          <a:graphicData uri="http://schemas.openxmlformats.org/drawingml/2006/table">
            <a:tbl>
              <a:tblPr/>
              <a:tblGrid>
                <a:gridCol w="1783080"/>
                <a:gridCol w="2286000"/>
                <a:gridCol w="2286000"/>
                <a:gridCol w="233172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3 Nano Omni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LongCat-Next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Qwen3.5-Omni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 / 代码开放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weights+code+data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weights+tokenizer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仅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无权重无代码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给工程骨架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其它两家给配方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匹配理解-only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完美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本就只做理解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整路径不适用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5.3 pt 文本税换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图像生成(我方不要)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Talker 不适用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Thinker 部分仍可借鉴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整体走,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其它两家拆方法借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encoder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/ Parakeet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+ RVQ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RVQ 不需要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 自研 40M 小时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我方无此规模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同档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即可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配方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段 GSPO + MPO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NeMo-RL 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未细化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(论文未公开)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Specialist + OPD + 7 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细节公开充分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给段数,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 给具体技巧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框架技术栈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Megatron-Bridge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NeMo-RL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无外部代码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我方走 HF/FSDP/verl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三家代码全不直接复用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文本保真证据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1.0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AIME25 损 7.0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 损 5.3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5.9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0.9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Redux 损 0.1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 配方对文本最友好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是关键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我方采纳决定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工程主线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7+5 阶段配方逻辑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选择性吸收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Cluster-rebal / MoE 路由 / random delay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选择性吸收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/ Specialist Distill / 数据配比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Nemotron-Lite + 多 trick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全部在 HF/verl 上重做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846320"/>
            <a:ext cx="11430000" cy="749808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决策修正(v3 关键): 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把 LongCat / Qwen3.5 整体淘汰是粗粒度的;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实际它们的配方是模态-无关的,可以拆出对理解-only 仍有价值的方法。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把这些方法系统化纳入消融实验(下一页详述),按 ROI 排序,P1-P3 分批吸收。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整路径 vs 单方法: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整路径选 Nemotron(代码可借鉴);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单方法层面 Qwen3.5 / LongCat 各有可吸收点,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不能以「路径不选」一并丢弃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Qwen3.5 的核心可借鉴: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OPD audio-text 配对(Stage 4 主线)+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Specialist Distillation(P1 消融,5 teacher 蒸馏到 1 Thinker)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是高 ROI 项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LongCat 的核心可借鉴: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Cluster-based Rebalancing +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Modality-Agnostic MoE 路由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10B-A2B 的多模态平衡训练是直接可用的 P2 消融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 原报告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下页消融矩阵详细推导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(Slide 3)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关键方法消融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Qwen3.5/LongCat 配方按 ROI 选择性吸收,P1-P3 排序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1508760"/>
                <a:gridCol w="1920240"/>
                <a:gridCol w="1463040"/>
                <a:gridCol w="1828800"/>
                <a:gridCol w="2423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我方决策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 ROI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评测验证点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audio-text 配对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On-Policy Distill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 起 20% mix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+1-3 pt audio 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数据合成 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训练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VoiceBench / MMAU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audio-vs-text 一致性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Specialist Distillation(完整版)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teacher → 1 student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P1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(代价高,值博)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高(关键)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+2-5 pt 综合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 5 specialist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蒸馏 4-6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MMMU/MathVista/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DocVQA/Audio 综合提升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Specialist Distillation(轻量版)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 inspired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 teacher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推荐主线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+ audio 各 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+1-2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 2 个 small specialist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+ DocVQA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Audio 综合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Cluster-based Rebalancing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mid-train 数据重平衡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P2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 之前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 audio 长尾欠拟合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 cluster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调度修改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各子任务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OpenASR / MMAU 平衡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Modality-Agnostic MoE 路由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expert 不为模态特化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P2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模态分离路由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10B-A2B 容量利用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 MoE 路由 1-2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重训 Stage 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/ WorldSense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expert 利用率监控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 delay audio-text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[1, len(text)] 随机延迟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P3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训练健壮性 trick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低-中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时序鲁棒性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数据脚本改 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长样本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 流式 / 截断鲁棒性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EVS + Conv3D 视频压缩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压缩 ~70%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4/5 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中-高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TTFT 5984→5313ms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已开源,集成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+ LongVB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推理 latency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中英多语 3.5:3.5:3 配比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 训练数据策略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P3 消融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data 配比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低-中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 ASR 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配比调整脚本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AISHELL / WenetSpeech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 ASR WER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16K→48K 渐进 + 跳 256K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节省 30% 算力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 用 48K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节省 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MMLongBench-Doc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LongVideoBench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⊘ 明确不用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跨三家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 自训(40M 小时无法获取)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ARIA/Talker/Code2Wav(不做生成)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dNaViT RVQ(不做生成)/ Hybrid Attn+GDN(预训练 team 决)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937760"/>
            <a:ext cx="3749040" cy="640080"/>
          </a:xfrm>
          <a:prstGeom prst="rect">
            <a:avLst/>
          </a:prstGeom>
          <a:solidFill>
            <a:srgbClr val="FBDDD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983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优先消融(高 ROI,T+8 前完成):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Specialist Distill 完整 5 teacher 版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06240" y="4937760"/>
            <a:ext cx="3840480" cy="640080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0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次优消融(中 ROI,T+12 前完成):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Cluster-based Rebal + Modality-Agnostic MoE 路由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38160" y="4937760"/>
            <a:ext cx="3657600" cy="64008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4983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增量消融(低 ROI,T+18 前如有空): 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 delay + 中英多语配比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Specialist Distill 是关键 P1: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把 5 个领域专家蒸馏到一个 Thinker 是其文本损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的核心原因;轻量版 2 teacher 也是主线推荐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0.9 pt 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LongCat 给 MoE 路由灵感: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 10B-A2B,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Modality-Agnostic 路由能否提升 expert 利用率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P2 消融的核心问题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消融与主线并行: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在 Phase A 末就启动 specialist 训练,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P2/P3 在 Phase B SFT 期间分支验证,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不阻塞主线进度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Qwen3.5-Omni: Specialist Distillation + OPD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2604.15804)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LongCat-Next: Cluster Rebalancing + Modality-Agnostic MoE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2603.27538)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Omni: EVS + 渐进上下文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两阶段路线图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proxy 训练 → Phase B ckpt 切换,流水线零返工设计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14300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41148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-41148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启动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317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+ 评测 ready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SFT 跑通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60720" y="1051560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4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到达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608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50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750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Sanity + 切换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467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0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SFT 完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7612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54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754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+ P1 完成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704320" y="1051560"/>
            <a:ext cx="182880" cy="18288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185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185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上线评估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777240"/>
            <a:ext cx="0" cy="86868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65760" y="1783080"/>
            <a:ext cx="1280160" cy="109728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17830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(T-12 → 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178308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73936" y="1856232"/>
            <a:ext cx="17373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92224" y="18745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+ tokenizer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评测 harness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84448" y="1856232"/>
            <a:ext cx="153619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02736" y="1874520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选 + projector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HF/FSDP 代码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93792" y="1856232"/>
            <a:ext cx="133502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1874520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全流水线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SFT+RL 跑通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2971800"/>
            <a:ext cx="1280160" cy="10972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9718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ckpt 切换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主线 SFT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 → T+8)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37360" y="297180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01968" y="3044952"/>
            <a:ext cx="63093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06324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模型类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06056" y="3044952"/>
            <a:ext cx="12344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24344" y="306324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走 SFT 5 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Specialist 轻量蒸馏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160520"/>
            <a:ext cx="1280160" cy="1097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60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+ 消融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上线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(T+8 → T+18)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737360" y="416052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13648" y="4233672"/>
            <a:ext cx="93268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31936" y="4251960"/>
            <a:ext cx="896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3 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MPO/Image-RL/Text S2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619488" y="4233672"/>
            <a:ext cx="4297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37776" y="4251960"/>
            <a:ext cx="393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122408" y="4233672"/>
            <a:ext cx="63093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40696" y="425196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 路由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Rebal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826496" y="4233672"/>
            <a:ext cx="93268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844784" y="4251960"/>
            <a:ext cx="896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+ 评测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上线判定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Phase A 不是「准备」: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周交付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可运行的 omni 理解 proxy + 完整流水线,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ckpt 到达 = 换 LLM 只需 3 天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消融并行: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Specialist 5 teacher 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末就启动训练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(在 Qwen3.5-4B 上),实 ckpt 来后再换 student;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P2/P3 在 Phase B 分支跑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ckpt 切换 = 改配置: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理想情况只需改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model_path / model_class / tokenizer_path,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数据/RL/eval/消融分支 全栈零改动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Phase 切换协议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(T+0 → T+2 设 1 道 Sanity gate)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 3 消融并行调度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交付物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周内训出 Qwen3.5-4B + V/A 的 proxy omni 模型 + 5 流并行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374904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数据流水线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Data team (2-3 人)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LLaVA-OneVision-Data + Cambrian-7M + Cauldron 全量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Audio: Granary v1.1 + AudioCaps + WavCaps + Common Voice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Video: ShareGPT4Video + LLaVA-Video-178K(短中视频为主)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交错图文: MMC4 / OBELICS(关键稀缺,T-12 立项)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 用 Qwen3.5-4B-base + 25 MM token + webdataset 分片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T-8 前:全量 tokenized 数据落盘,~200B token 池就绪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无(完全独立)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777240"/>
            <a:ext cx="3749040" cy="3657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harness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Eval team (1-2 人)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fork + 内部分支(支持自建 base + custom model class)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 36 项整合(MMMU/DocVQA/VideoMME/OpenASR/SS-Pro/...)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文本回归套件:MMLU-Pro / AIME25 / IFBench / LiveCodeBench v6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596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1B token mini-eval + 每 5B 全量 + WandB 仪表盘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1596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serving 接 eval(避免 HF generate 慢评测)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T-10 前:harness 通过,Qwen2.5-VL-7B 基线对照跑出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596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777240"/>
            <a:ext cx="374904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训练代码(HF/FSDP)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Eng team (2 人)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5644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 + FSDP2 训练 loop(避开 Megatron)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5644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MoE-aware FSDP wrap policy(为 Phase B 实 ckpt 准备)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5644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hot-swap + projector 模板 + 25 MM token resize 脚本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5644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接入 + GSPO 自实现验证(GRPO 兜底)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模型类 stub(为 Phase B 自家 MoE 架构预留)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T-6 前:代码全跑通,Qwen3.5-4B + SigLIP Stage 0 训出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5644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决策(⑤)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15468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154680"/>
            <a:ext cx="3749040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912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+ Specialist 雏形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Research (1-2 人)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5488" y="356616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SigLIP-SO400M vs InternViT-300M 对照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" y="381304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Audio: Whisper-large-v3 + MLP projector(Parakeet 备选)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" y="405993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Video: 复用 Vision encoder + Conv3D + EVS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" y="430682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前完成 Stage 0/1 训练(在 Qwen3.5-4B 上)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" y="455371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起启动 P1 Specialist Distill 完整 5 teacher 训练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90118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9377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前:proxy MMMU ≥ 50 + Specialist 5 teacher 训练启动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" y="51572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②(评测)+ ③(代码)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3154680"/>
            <a:ext cx="7589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0" y="3154680"/>
            <a:ext cx="758952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319125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决策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Cross-team (1 人)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315968" y="3566160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Qwen3.5-4B-base tokenizer(~151,936 vocab)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15968" y="3813048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 ~25 MM special token(Vision/Audio/Video/OCR + 结构)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15968" y="4059936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token embedding mean-init 脚本 + Stage 0 解冻策略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315968" y="4306824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对齐预训练 team:实 ckpt 是否同 tokenizer 家族(T-10 SLA)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315968" y="4553712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若不同:retokenize 应急脚本预备(详见 Slide 6)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97680" y="4901184"/>
            <a:ext cx="74066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4937760"/>
            <a:ext cx="7370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前:tokenizer 规范 + 操作手册发布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315968" y="5157216"/>
            <a:ext cx="7370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强依赖预训练 team(每 2 周对齐)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T 时刻有 proxy 模型: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不只是「准备好工具」,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 + SigLIP + Whisper 的 omni proxy 已经训出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Specialist 提前启动: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起在 Qwen3.5-4B 上启动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teacher specialist 训练,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 ckpt 来后只换 student,节省 4 周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vLLM 模型类预留: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用 Qwen3.5(vLLM 已支持),Phase B 自家 MoE 架构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需本组提供 vLLM 模型类,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这工作 Phase B 第 1 周完成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+ SigLIP-SO400M / Whisper-v3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model hub)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+ vLLM 集成模式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(GitHub 文档)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 Specialist Distillation 配方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(复刻)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操作流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 词表 + 25 MM token,resize 脚本 + 切换协议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 Tokenizer = </a:t>
            </a:r>
            <a:pPr indent="0" marL="0">
              <a:buNone/>
            </a:pPr>
            <a:r>
              <a:rPr lang="en-US" sz="12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(151,936 BPE,中英多语,ChatML 已含 &lt;|im_start|&gt;/&lt;|im_end|&gt;)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⊕ 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+25 MM special tokens </a:t>
            </a:r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(其中 ~10 是 Qwen3.5 原生缺失,需新增 ~15-18,可调 ±5)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⇒ 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~151,955 </a:t>
            </a:r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tokens(可调到 256 倍数对齐 GPU)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57607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576072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5 步操作流(Phase A 第 1 周完成)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240280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tokenizer.add_special_tokens({'additional_special_tokens': [...]}) 添加 25 个新 token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去重:跳过 Qwen3.5 已有的(&lt;|im_start|&gt;/&lt;|im_end|&gt;/&lt;|tool_call|&gt; 等 ChatML)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~15-18 个:vision/audio/video placeholder + grounding/bbox/ocr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834640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871216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model.resize_token_embeddings(len(tokenizer), pad_to_multiple_of=256) 扩 embedding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embedding + LM head 同步扩(weight tied 时一次扩);pad to 256 倍数避免 GPU 性能掉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3465576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502152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token embedding 用「近义文本 token mean」初始化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&lt;|vision_start|&gt; 用 image/img/picture 平均;&lt;|audio_start|&gt; 用 audio/sound 平均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fallback:小方差随机 σ=0.02(Qwen 风格)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4096512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133088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 训练时,LLM 全冻 + 仅解冻 [Vision-Proj, 25 个新 token 的 embedding 行]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其它 151,936 个 token 的 embedding 行保持冻结,防止已学语义漂移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4727448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764024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数据预处理时把 image/audio/video 占位插入文本流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&lt;|vision_start|&gt; + N 个 &lt;|image_pad|&gt;(N=image_token_num) + &lt;|vision_end|&gt;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音频/视频同结构,N 由 encoder 输出 token 数决定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5321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783080"/>
            <a:ext cx="553212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8288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Phase B 实 ckpt 到达 — Tokenizer 切换协议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24028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1: 实 ckpt 用 Qwen3.5 同一 tokenizer ★最理想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45973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完全复用,把 Step 1-3 在新 ckpt 上重做一次(分钟级);数据无需 retokenize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278892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周(零返工)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55080" y="297180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01752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2: 同家族,词表略有差异(±5%)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23697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vocab.json,补缺漏 + retokenize 受影响样本(&lt;10%)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56616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374904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79476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3: 完全不同 tokenizer ★最坏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0142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retokenize 200B token 数据池;评测脚本/RL prompt template 全部重做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434340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 周(严重)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452628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57200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对预训练 team 的 SLA 请求(T-10 前必须确认)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79145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词表与 Qwen3.5 兼容性;不兼容需提前 4 周通告以预热 retokenize 脚本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512064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需立 alert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确认主流程: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Qwen3.5-4B tokenizer + 添加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个真正新的 special token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~15-18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(已有的 ChatML token 不重复加)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5 步是机械操作: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1-5 全部是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transformers / HF API 直接调用,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第 1 周内完成,无 R&amp;D 风险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Case 3 是最大风险: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若实 ckpt 用全新 tokenizer,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 整体延 4 周,T-10 必须签 SLA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retokenize 4 周 + RL prompt 重做,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/ Qwen3-VL tokenizer 设计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tokenizer.json)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Qwen2-VL / Qwen3-Omni MM token 列表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(开源代码参考)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 resize_token_embeddings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(官方 API)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配方 (10B-A2B)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段 ~200B token,active params + stage 跳过双重缩放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预算缩放: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30B-A3B = 466.9B  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10B-A2B 按 active params 缩(2/3 ≈ 67%)= 312B  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 Stage 6(-34B)+ Stage 5 缩(-15B)+ Stage 1 vision SFT 范围窄(-50B)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≈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~200B </a:t>
            </a:r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(Nemotron 43%)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30000" cy="301752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371600"/>
                <a:gridCol w="1508760"/>
                <a:gridCol w="1280160"/>
                <a:gridCol w="233172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原值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缩放系数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 / 算力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Proj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fixed step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FSDP, BS=128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主战场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~110B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略压缩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FSDP, mixed precision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2/3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Enc+Proj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11.4 + 100.5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=112B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S2:5B + S3:25B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任务相对简单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8-16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SFT 16K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57.3B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OPD 配对样本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SFT 48K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 3×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 + 长文档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context 大但样本少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 + ctx parallel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⊘ Stage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省时省钱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 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466.9B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全栈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~195B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OPD ~5B = 200B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符合预期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9-11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SFT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983480"/>
            <a:ext cx="11430000" cy="50292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~200B: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(1)active params 2/3:小模型饱和更快  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(2)跳 Stage 6 = -34B  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(3)Stage 1 vision SFT 缩 50%(场景比 Nemotron 窄)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(4)Phase A 跑 100B 验证,Phase B 实 ckpt 跑 200B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缩放有据可依: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200B = 466.9B × 0.43,与 active params 比例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(2/3 = 0.67)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Stage 跳过折损(0.65) 一致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,非拍脑袋数字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Phase A 100B 试水: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Qwen3.5-4B 做 proxy 时跑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100B 即可饱和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(更小模型饱和更快),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 实 ckpt 再扩到 200B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FSDP2 单纯: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10B-A2B 在 16-32 H100(FSDP2 + mixed precision)即可,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TP / PP,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Stage 5 加 context parallel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7 阶段原始 token 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Chinchilla scaling law + active params 经验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(内部估算)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FSDP2 / accelerate 文档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 + 来源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200B token 总池,vision 55% / audio 15% / video 10% / text 20%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66344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1417320"/>
                <a:gridCol w="1417320"/>
                <a:gridCol w="1783080"/>
                <a:gridCol w="2606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模态 / 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主用数据集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规模(样本)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Owner / 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Pretrain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LLaVA-Pretrain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ShareGPT4V + DenseFusion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图文对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短文 caption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T-12 起下载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LLaVA-OneVision-Data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Cambrian-7M + Cauldron + ALLaVA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复合指令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~110B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 主战场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自建 CoT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+ 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CoT 自合成 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Pretrain +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2/3)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Granary v1.1 ASR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AudioCaps + WavCaps + CV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ASR + AQA + Music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Granary HF 直接拉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AudioSet 仅 label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混合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4)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V+A+T 混采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ShareGPT4Video + 安全数据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5:3:2 + OPD 配对 + Cluster Rebal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自建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比例需调优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配对 + Rebal pipeline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LLaVA-Video-178K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EgoSchema + LongVideoBench 分布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含视频推理 CoT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部分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需采样长尾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+ 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长视频标注稀缺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 保留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(全程混采)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自家文本 SFT 同分布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(由预训练 team 提供)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按比例混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防漂移采样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待对齐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 cross-team SLA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Cross-team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T-12 立项,40% 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偏好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RLHF-V + VLFeedback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POVID + 自标 ScreenSpot 偏好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偏好对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(短样本,RL 数据)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公开+自建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GUI 偏好需自标 ~30K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 team + 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标注成本中等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~60M+150K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~238B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(SFT 200B + RL 3B + 安全 35B)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 ready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 需自建/谈判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团队 + 跨团队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80% 数据已开源: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/ Audio / 短视频主体均开源,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12 周内完成下载 + tokenize + 分片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Stage 4 加 LongCat Cluster-Rebal: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OPD + 5:3:2 之上加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cluster-based rebalancing,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防 audio 长尾欠拟合,~1 周工作量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Text 同分布是 R3 风险: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防漂移的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必须由预训练 team 提供同分布,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~40B Text 数据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必须签 SLA;否则退化到公开 Nemotron-text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LLaVA-OneVision / Cambrian / Granary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(HuggingFace)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OPD 配对方案 (Qwen3.5-Omni)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Cluster Rebal (LongCat)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 偏好标注流程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(内部自建)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栈 verl/FSDP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段 GSPO,verl rollout 用 vLLM,GRPO 兜底,跳 Audio/Omni-RL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2926080" cy="4617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段 RL(verl 实现)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881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跳过:Text-RL S1 / Omni-RL / Audio-RL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 偏好优化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DPO + BCO 混合(verl 内置 DPO + 自加 BCO)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~150K 偏好对(RLHF-V + VLFeedback)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周 / 16 H100,FSDP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GSPO(verl + 我方贡献)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~50K 视觉推理 + ~30K GUI 偏好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verifier: string/math/GUI-coord/format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周 / B200 + vLLM rollout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Stage 2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修文本回归(必跑)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 token embedding 防漂移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~30K 自家文本任务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 / 16 H100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777240"/>
            <a:ext cx="31089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777240"/>
            <a:ext cx="310896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822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verl + FSDP + vLLM 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12801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1280160"/>
            <a:ext cx="9144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132588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Trainer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/ GSPO / DPO 算法层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182880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828800"/>
            <a:ext cx="9144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18745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FSDP2 Worker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策略模型 + 参考模型 训练 + 梯度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237744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2377440"/>
            <a:ext cx="91440" cy="5029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24231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Ray Cluster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 / actor / critic 编排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292608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2926080"/>
            <a:ext cx="91440" cy="5029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1608" y="297180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Rollout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generate(支持 PagedAttn)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347472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6160" y="3474720"/>
            <a:ext cx="9144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352044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 Verifiers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string-match / math / GUI / format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66160" y="40233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4023360"/>
            <a:ext cx="914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21608" y="406908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Replay Buffer + 偏好数据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RLHF-V / VLFeedback / POVID / 自标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75120" y="777240"/>
            <a:ext cx="5120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777240"/>
            <a:ext cx="512064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8229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GSPO 实现状态 + 跳过段理由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84848" y="1280160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GSPO 实现状态 </a:t>
            </a:r>
            <a:pPr indent="0" marL="0">
              <a:buNone/>
            </a:pPr>
            <a:r>
              <a:rPr lang="en-US" sz="95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主干含 GRPO,GSPO 需自实现(~300 行)或等社区 PR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84848" y="1719072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175564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兜底方案 </a:t>
            </a:r>
            <a:pPr indent="0" marL="0">
              <a:buNone/>
            </a:pPr>
            <a:r>
              <a:rPr lang="en-US" sz="95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在 omni 已被验证可用,损失约 1-2 pt 稳定性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84848" y="2194560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223113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Global BS / rollouts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/ 16 rollouts(vLLM 并行 = 16-32 副本)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84848" y="2670048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2706624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Text-RL S1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用于多环境 RLVR,我方仅理解,无需多环境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84848" y="3145536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84848" y="3182112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Omni-RL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 + audio benchmark 已可覆盖 DailyOmni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T+14 不达标可后补 2-3 周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84848" y="3621024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3657600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Audio-RL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ASR/分类 SFT 已逼近上限,RL 边际收益低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84848" y="4096512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413308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Text-RL S2 必跑 </a:t>
            </a:r>
            <a:pPr indent="0" marL="0">
              <a:buNone/>
            </a:pPr>
            <a:r>
              <a:rPr lang="en-US" sz="95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4/5 后必有 1-2 pt 漂移,这是修复段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84848" y="4572000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84848" y="460857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Verifier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verl 内置 + 自实现 GUI-coord(smooth distance)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verl + FSDP 替 NeMo-RL: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第一梯队 RL 框架,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原生 FSDP+vLLM,与我方栈对齐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GSPO 自实现风险可控: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→ GSPO 主要差别在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sequence-level 重要性比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,~300 行改动,2 人 1 周可完成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;若延迟用 GRPO 兜底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Text-RL S2 是底线: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 GSPO 是否就绪,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S2 必须跑,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这是把 MMLU-Pro 拉回 ≤2 pt 的修复段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GitHub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算法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(Qwen 团队 2025 公开)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5 段 RL pipeline + GSPO 超参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评测红线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阶段目标分位 + 8 维 36 项,MMLU-Pro 损 ≤2 pt 是上线门槛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617720"/>
        </p:xfrm>
        <a:graphic>
          <a:graphicData uri="http://schemas.openxmlformats.org/drawingml/2006/table">
            <a:tbl>
              <a:tblPr/>
              <a:tblGrid>
                <a:gridCol w="1508760"/>
                <a:gridCol w="2331720"/>
                <a:gridCol w="1783080"/>
                <a:gridCol w="1600200"/>
                <a:gridCol w="1783080"/>
                <a:gridCol w="2423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 benchmark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终点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(T,proxy 模型)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中点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(T+8)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上线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(T+18)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 / Go-No-Go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文本回归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/ IFBench / AIME25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LiveCodeBench v6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Qwen3.5-4B-base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实 ckpt base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等价 ≤2 pt 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掉 &gt;2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 rollback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视觉理解综合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/ MM-Vet / MMStar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SEED-Bench-2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LLaVA-OV-7B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60+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Qwen2.5-VL-7B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&lt; 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中点不通过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 / 文档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OCRBench-V2 / DocVQA / ChartQA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CharXiv RQ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OCRBench 75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90+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&lt; 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上线不达标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/ GUI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ScreenSpot-Pro / OSWorld-G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(2026 区分度最高)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验证 RL 流程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40+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&lt; 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pipeline 失败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OpenASR / MMAU / MMAR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VoiceBench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ASR WER 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7 / MMAU 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7 / MMAU 70+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&gt; 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SFT 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/ LongVideoBench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MVBench / NextQA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65+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LongVB 55+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&lt;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 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端到端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/ WorldSense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AVUT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含 omni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70+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WorldSense 50+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&lt;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整体不达 SOTA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消融监控(Slide 3)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Specialist Distill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 P2 MoE 路由 / Cluster Rebal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启动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teacher 训练中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蒸馏完成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+2-5 pt 综合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 MoE 验证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expert 利用率 + DailyOmni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不增益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回退轻量版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三阶段红线: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终点(T) MMMU 50 / Phase B 中点(T+8) MMMU 55 / 上线(T+18) MMMU 60+,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递进式 gate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,任一不通过暂停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文本相对损为标尺: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比 Qwen3.5-4B-base,Phase B 比实 ckpt base,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都用「相对损 ≤2 pt」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同一标准,与绝对分数解耦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消融评测同步监控: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P1/P2/P3 消融结果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进同一仪表盘,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主线 vs 消融 A/B 对照,数据驱动决策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三篇报告评测整合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/ LongCat / Qwen3.5)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+ 自家 text 套件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 3 消融矩阵评测验证点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+ 切换协议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大风险 / 3 道 gate / Phase A→B 切换 SOP,Day-1 接 ckpt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374904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A: Phase A 终点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 = 0(ckpt 到达)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Proxy(Qwen3.5-4B + V/A)上 MMMU ≥ 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DocVQA ≥ 85,VideoMME ≥ 55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≤ 1 pt vs Qwen3.5-4B-base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整套 SFT+RL pipeline 端到端跑通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Phase B 启动,ckpt 切换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留在 proxy 调到达标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777240"/>
            <a:ext cx="374904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B: ckpt Sanity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T+2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596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MMLU-Pro 与预训练报告差 ≤ 0.5 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596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模型类适配通过,推理 sanity 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兼容性确认(case 1/2/3)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FSDP wrap policy 调通,首 1B token 不发散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启动 Stage 0/1 SFT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596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与预训练 team 排查,延后 1-2 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777240"/>
            <a:ext cx="3749040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C: 上线判定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T+18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5644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≤ 2 pt vs 实 ckpt 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5644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MMMU ≥ 60 / DocVQA ≥ 90 / SS-Pro ≥ 40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5644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DailyOmni ≥ 70,无幻觉爆发(POPE &gt; 90)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5644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全栈无 NaN / 无 OOM / 推理稳定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T+18 上线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补 Omni-RL 段或 SFT-only 上线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11430000" cy="283464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371600"/>
                <a:gridCol w="219456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早期信号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Mitigation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R1: 实 ckpt vLLM 模型类未就绪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+1-3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T-4 内未提供 stub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第 8 周起预留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模型类接口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R2: Tokenizer Case 3(完全不同)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低-中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+3-4 周 retokenize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T-10 SLA 未签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准备 retokenize 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数据双备份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R3: 预训练 team 不给 text 同分布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文本必漂移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T-8 仍未到位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退化到公开 Nemotron-text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数据,损 ~3 pt 接受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R4: P1 Specialist 5 teacher 训练超期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收益延后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末未启动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回退轻量版 2 teacher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(主线已含)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R5: B200 集群档期冲突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推迟 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T+10 资源未锁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退化到 H100 跑 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 减半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Day-1 ckpt 切换 SOP: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T+0: 拿 ckpt → T+1: vLLM 类对齐 + sanity → T+2: tokenizer case 判定 →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T+3: Stage 0 启动,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严格 3 天工序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R1+R3 是组合炸弹: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模型类未就绪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同分布数据缺失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Phase B 整体延 4-6 周,T-12 必须强 SLA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三道 gate 不可跳: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A 不通过则不让 ckpt 进 Phase B(防止 ckpt 浪费在不成熟 pipeline 上);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B 不通过排查 1-2 周比硬上省 4 周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A→B 切换 SOP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(内部协议草案)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+ vLLM 集成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(开源文档)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 风险经验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 理解后训练实验计划 v3 — 含消融矩阵</dc:title>
  <dc:subject>PptxGenJS Presentation</dc:subject>
  <dc:creator>Post-Training Team</dc:creator>
  <cp:lastModifiedBy>Post-Training Team</cp:lastModifiedBy>
  <cp:revision>1</cp:revision>
  <dcterms:created xsi:type="dcterms:W3CDTF">2026-05-06T02:58:03Z</dcterms:created>
  <dcterms:modified xsi:type="dcterms:W3CDTF">2026-05-06T02:58:03Z</dcterms:modified>
</cp:coreProperties>
</file>