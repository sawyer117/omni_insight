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 + 约束 v2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 proxy → 实 ckpt MoE 10B-A2B,HF/FSDP/verl/vLLM 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576072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5760720" cy="38404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目标 + 模型形态(In-Scope)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28016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Phase A 模型(proxy)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Qwen3.5-4B-base + Vision/Audio encoder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→ T 期间训出可工作的 omni 理解模型,验证整套流水线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" y="191414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5072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Phase B 模型(real)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ckpt(MoE ~10B-A2B,新架构)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T+18 期间用同一份流水线,只换 LLM 骨干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258470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62128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支持模态(理解)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 / Audio / Video / Text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MMMU ≥ 60 / DocVQA ≥ 90 / VideoMME ≥ 60 / OpenASR ≤ 7 WER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325526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29184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上下文长度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起步 16K,扩到 48K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MMLongBench-Doc ≥ 35,跳过 256K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392582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96240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Agent 能力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/ 文档 / 工具调用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ScreenSpot-Pro ≥ 40,可上线门槛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" y="459638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63296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Text 保真(硬约束)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base 文本能力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目标: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相对 base 损 ≤ 2 pt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77724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777240"/>
            <a:ext cx="5532120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82296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明确不做(Out-of-Scope)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3368" y="1234440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图像 / 语音 / 视频生成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Talker / Code2Wav / dNaViT / DiT head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73368" y="152704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256K 长上下文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6 跳过,Phase B 内 48K 即收敛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73368" y="1819656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自研 audio encoder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 需 40M 小时音频,我方走 Whisper-v3 路线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2331720"/>
            <a:ext cx="55321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2331720"/>
            <a:ext cx="5532120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37744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 技术栈选择 + 关键假设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73368" y="27889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训练框架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HF transformers + FSDP2(避免 Megatron),accelerate optional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73368" y="30683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框架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verl(volcengine/verl),原生支持 GRPO + FSDP + vLLM rollout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73368" y="33477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 / Rollout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vLLM(verl rollout 后端 + 评测推理)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73368" y="36271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VLMEvalKit fork + 自家 text 套件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73368" y="39065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Qwen3.5-4B-base(~151K vocab)+ 添加 ~25 MM special token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73368" y="41859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 encoder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SigLIP-SO400M 或 InternViT-300M(2 选 1,T-8 决) + MLP projector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73368" y="44653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Audio encoder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Whisper-large-v3(~5M 小时) + MLP projector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73368" y="47447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假设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 10B-A2B 新架构,需要本组 vLLM/verl 模型类适配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73368" y="5024120"/>
            <a:ext cx="5312664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16-32 H100 节点(SFT)+ B200 集群(RL)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双阶段策略: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用 Qwen3.5-4B-base 做 proxy 跑通流水线,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到达后只换 LLM 骨干,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流水线零返工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离开 Megatron: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 HF transformers + FSDP2,RL 用 verl + vLLM,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对齐主流 OSS 生态,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NVIDIA NeMo-RL 配方逻辑等价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Whisper 替代 AuT: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Qwen3.5-Omni 的 AuT 用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小时音频,我方资源不允许;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40M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Whisper-v3(~5M)足够覆盖理解需求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Qwen3.5-4B-base 模型卡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(HuggingFace)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verl(volcengine/verl)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(OSS RL 框架,FSDP+vLLM)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 reference design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(Nemotron / LongCat / Qwen3.5)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路径选型推理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 Nemotron 工程纪律 + Qwen3.5 配方 trick,LongCat 不适用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3931920"/>
        </p:xfrm>
        <a:graphic>
          <a:graphicData uri="http://schemas.openxmlformats.org/drawingml/2006/table">
            <a:tbl>
              <a:tblPr/>
              <a:tblGrid>
                <a:gridCol w="1783080"/>
                <a:gridCol w="2286000"/>
                <a:gridCol w="2286000"/>
                <a:gridCol w="233172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3 Nano Omni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LongCat-Next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Qwen3.5-Omni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我方判断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 / 代码开放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全开源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weights+code+data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全开源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weights+tokenizer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仅 API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无权重无代码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淘汰 Qwen3.5 整体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可借配方,不可借代码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匹配理解-only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完美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本就只做理解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错配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5.3 pt 文本税换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图像生成(我方不要)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 部分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Talker 部分对我方无用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淘汰 LongCat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为不需要的能力付代价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encoder 资源门槛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Whisper / Parakeet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Whisper + 自训 RVQ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RVQ 我方不需要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 自研(40M 小时)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我方无此数据规模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同档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Whisper 即可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配方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段 GSPO + MPO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NeMo-RL 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未细化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(论文未公开)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Thinker 3+Talker 4 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Specialist+OPD 配方公开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主线 + Qwen3.5 OPD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给骨架,Qwen3.5 给点睛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框架技术栈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Megatron-Bridge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NeMo-RL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自研框架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未公开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内部框架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无外部代码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我方走 HF/FSDP/verl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三家代码全不直接复用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文本保真证据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损 1.0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AIME25 损 7.0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 损 5.3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损 5.9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损 0.9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Redux 损 0.1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Qwen3.5 配方对文本最友好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OPD trick 是关键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我方采纳决定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主线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工程纪律 + Stage 划分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不用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用例错配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◐ 借 trick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OPD + Specialist (可选)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Nemotron-Lite + OPD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HF/verl 上重实现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846320"/>
            <a:ext cx="11430000" cy="749808"/>
          </a:xfrm>
          <a:prstGeom prst="rect">
            <a:avLst/>
          </a:prstGeom>
          <a:solidFill>
            <a:srgbClr val="FFF2CC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892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决策链: </a:t>
            </a:r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(1)我方做理解-only </a:t>
            </a:r>
            <a:pPr indent="0" marL="0">
              <a:buNone/>
            </a:pPr>
            <a:r>
              <a:rPr lang="en-US" sz="10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LongCat 用例错配,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pt 文本税换不要的图像生成</a:t>
            </a:r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✗
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(2)我方走 HF/FSDP/verl </a:t>
            </a:r>
            <a:pPr indent="0" marL="0">
              <a:buNone/>
            </a:pPr>
            <a:r>
              <a:rPr lang="en-US" sz="10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Nemotron 工程要 port 到 HF;Qwen3.5 无代码可 port</a:t>
            </a:r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⊕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(3)Nemotron 7+5 阶段划分 + GSPO 给骨架,Qwen3.5 OPD trick 即插即用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Nemotron-Lite ⊕ OPD on HF stack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LongCat 直接淘汰: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为不需要的图像生成付出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无任何收益,理解-only 场景路径错配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pt MMLU 损 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Qwen3.5 整体不可复现: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API-only + AuT 需 40M 小时音频,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代码无法 fork,数据门槛过高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;只取 OPD / Specialist Distillation 两个配方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Nemotron 也不直接复用: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Megatron-Bridge / NeMo-RL 与我方 HF 栈不兼容;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借的是「7 阶段 + 5 段 RL」的配方逻辑,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实现在 HF/verl 上重做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 reference design 原报告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与 NeMo-RL 算法对照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(内部技术评估)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两阶段路线图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proxy 训练 → Phase B ckpt 切换,流水线零返工设计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114300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182880" cy="1828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41148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-41148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启动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31720" y="1051560"/>
            <a:ext cx="182880" cy="1828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+ 评测 ready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60520" y="1051560"/>
            <a:ext cx="182880" cy="1828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 SFT 跑通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760720" y="1051560"/>
            <a:ext cx="182880" cy="1828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749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到达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60820" y="1051560"/>
            <a:ext cx="182880" cy="1828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50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750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Sanity + 切换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046720" y="1051560"/>
            <a:ext cx="182880" cy="1828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609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SFT 完成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761220" y="1051560"/>
            <a:ext cx="182880" cy="1828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754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754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完成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704320" y="1051560"/>
            <a:ext cx="182880" cy="18288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0185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185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上线评估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852160" y="777240"/>
            <a:ext cx="0" cy="86868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65760" y="1783080"/>
            <a:ext cx="1280160" cy="109728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17830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 训练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(T-12 → T)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37360" y="1783080"/>
            <a:ext cx="1005840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73936" y="1856232"/>
            <a:ext cx="173736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92224" y="187452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+ tokenizer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评测 harness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84448" y="1856232"/>
            <a:ext cx="153619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02736" y="1874520"/>
            <a:ext cx="14996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选 + projector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HF/FSDP 代码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93792" y="1856232"/>
            <a:ext cx="133502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1874520"/>
            <a:ext cx="129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 全流水线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SFT+RL 跑通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2971800"/>
            <a:ext cx="1280160" cy="10972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9718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ckpt 切换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实训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(T → T+8)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737360" y="2971800"/>
            <a:ext cx="1005840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01968" y="3044952"/>
            <a:ext cx="63093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306324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Sanity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模型类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06056" y="3044952"/>
            <a:ext cx="12344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24344" y="3063240"/>
            <a:ext cx="1197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走 SFT 5 段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(配置只换 LLM 路径)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160520"/>
            <a:ext cx="1280160" cy="10972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1605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+ 上线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(T+8 → T+18)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737360" y="4160520"/>
            <a:ext cx="1005840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13648" y="4233672"/>
            <a:ext cx="143560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31936" y="4251960"/>
            <a:ext cx="1399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+ vLLM rollout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MPO → Image-RL → Text-RL S2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0122408" y="4233672"/>
            <a:ext cx="163677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40696" y="42519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 + 文本回归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上线判定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Phase A 不是「准备」: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12 周交付的是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可运行的 omni 理解 proxy 模型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,流水线已经端到端跑过,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ckpt 到达只是换 LLM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Phase B 仅 18 周: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v1 的 24 周,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因为流水线在 Phase A 已验证,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 6 周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B 不需要 R&amp;D 时间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ckpt 切换 = 改配置: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理想情况只需改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model_path / model_class / tokenizer_path,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数据/RL/eval 三栈零改动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Phase 切换协议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(T+0 → T+2 设 1 道 Sanity gate)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7+5 阶段时间估算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(按 10B-A2B 缩放)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交付物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周内训出 Qwen3.5-4B + Vision/Audio 的 proxy omni 模型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3749040" cy="3657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数据流水线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Data team (2-3 人)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18872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Vision: LLaVA-OneVision-Data + Cambrian-7M + Cauldron 全量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43560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Audio: Granary v1.1 + AudioCaps + WavCaps + Common Voice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68249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Video: ShareGPT4Video + LLaVA-Video-178K(短中视频为主)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92938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交错图文: MMC4 / OBELICS(关键稀缺,T-12 立项)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17627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 用 Qwen3.5-4B-base tokenizer 预处理 + webdataset 分片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56032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T-8 前:全量 tokenized 数据落盘,~200B token 池就绪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77977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无(完全独立)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0" y="77724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777240"/>
            <a:ext cx="3749040" cy="3657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 harness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Eval team (1-2 人)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15968" y="118872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VLMEvalKit fork + 内部分支(支持自建 base + custom model class)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5968" y="143560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维 36 项整合(MMMU/DocVQA/VideoMME/OpenASR/ScreenSpot-Pro/...)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15968" y="168249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文本回归套件:MMLU-Pro / AIME25 / IFBench / LiveCodeBench v6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15968" y="192938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1B token 自动 mini-eval + 每 5B token 全量 + WandB 仪表盘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15968" y="217627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serving 接 eval pipeline(避免 HF generate 慢评测)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2523744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5968" y="256032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T-10 前:harness 通过,Qwen2.5-VL-7B 基线对照跑出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15968" y="277977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46720" y="77724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777240"/>
            <a:ext cx="3749040" cy="3657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训练代码(HF/FSDP)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Eng team (2 人)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56448" y="118872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HF transformers + FSDP2 训练 loop(避开 Megatron)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56448" y="143560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MoE-aware FSDP wrap policy(为 Phase B 实 ckpt 准备)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56448" y="168249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hot-swap(SigLIP/InternViT/RADIO 切换 + projector 模板)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56448" y="192938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接入 + GRPO/GSPO 实现验证(GSPO 可能需要自实现)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56448" y="217627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模型类 stub(为 Phase B 自家 MoE 架构预留接口)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2523744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56448" y="256032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T-6 前:代码全跑通,Qwen3.5-4B + SigLIP Stage 0 训出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56448" y="277977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决策(⑤)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15468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154680"/>
            <a:ext cx="3749040" cy="3657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1912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选型 + 训练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Research (1-2 人)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5488" y="356616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Vision: SigLIP-SO400M vs InternViT-300M 在 Qwen3.5-4B 上对照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" y="381304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Audio: Whisper-large-v3 + MLP projector(Parakeet 备选)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" y="405993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Video: 复用 Vision encoder + Conv3D 时序压缩(Nemotron 同方案)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" y="430682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EVS(Efficient Video Sampling)实现 + q ∈ [0.5, 0.9] 调参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" y="455371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T-2 前完成 Stage 0/1 训练(在 Qwen3.5-4B 上)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901184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49377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T-2 前:Stage 0/1 完成,proxy 模型 MMMU ≥ 50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" y="515721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②(评测)+ ③(代码)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06240" y="3154680"/>
            <a:ext cx="7589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06240" y="3154680"/>
            <a:ext cx="7589520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97680" y="319125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决策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Cross-team (1 人)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315968" y="3566160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Qwen3.5-4B-base tokenizer(~151K vocab)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315968" y="3813048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 ~25 个多模态 special token(详见 Slide 5)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315968" y="4059936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token embedding 用近义文本 token mean 初始化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315968" y="4306824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对齐预训练 team:确认实 ckpt 使用同 tokenizer 家族 / 词表是否一致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315968" y="4553712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若实 ckpt 词表不同:retokenize 数据(预留 1-2 周)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297680" y="4901184"/>
            <a:ext cx="740664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15968" y="4937760"/>
            <a:ext cx="7370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前:tokenizer 规范文档发布,数据预处理依赖此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315968" y="5157216"/>
            <a:ext cx="7370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强依赖预训练 team(每 2 周对齐)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T 时刻已有 proxy 模型: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不只是「准备好工具」,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 + SigLIP + Whisper 的 omni proxy 已经训出,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这是与 v1 的本质差别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MMC4/OBELICS 是死结: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这两个交错图文资源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(下载 + 清洗 + 标注耗时 8 周),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必须立项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迟则 Stage 1 训不出来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vLLM 模型类预留: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用 Qwen3.5(vLLM 已支持),Phase B 自家 MoE 架构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需要本组提供 vLLM 模型类,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这个工作要在 Phase B 第 1 周完成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Qwen3.5-4B-base + SigLIP-SO400M / Whisper-v3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(HF model hub)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+ vLLM 集成模式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(GitHub 文档)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VLMEvalKit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(开源评测)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复用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 词表 + 25 个 MM 特殊 token,Phase B 切换风险预案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 Tokenizer = </a:t>
            </a:r>
            <a:pPr indent="0" marL="0">
              <a:buNone/>
            </a:pPr>
            <a:r>
              <a:rPr lang="en-US" sz="12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Qwen3.5-4B-base 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(~151,936 BPE,中英多语)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⊕  </a:t>
            </a:r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+25 multimodal special tokens 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(vision/audio/video placeholder + role token)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⇒  最终词表 </a:t>
            </a:r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~151,961 tokens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5760720" cy="370332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  <a:gridCol w="7315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 列表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初始化策略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&lt;|vision_start|&gt;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&lt;|vision_end|&gt; &lt;|image_pad|&gt;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近义 token 平均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&lt;image&gt;&lt;img&gt;&lt;/img&gt;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&lt;|audio_start|&gt;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&lt;|audio_end|&gt; &lt;|audio_pad|&gt;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近义 token 平均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&lt;audio&gt;...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&lt;|video_start|&gt;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&lt;|video_end|&gt; &lt;|frame_pad|&gt;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token + 时序前缀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 / 角色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&lt;|im_start|&gt; &lt;|im_end|&gt;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&lt;|tool_call|&gt; 等 ChatML 已有,只补 &lt;|grounding|&gt;/&lt;|bbox|&gt;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ChatML 大部分已存在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已存在不重复加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新增小批量随机 init σ=0.02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OCR / Doc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&lt;|ocr_start|&gt;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&lt;|ocr_end|&gt; + table 结构 token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 token 平均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合计新增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(可调 ±5)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0 解冻 embedding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其余冻结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783080"/>
            <a:ext cx="55321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63640" y="1783080"/>
            <a:ext cx="5532120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182880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Phase B(实 ckpt 到达)Tokenizer 切换协议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240280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1: 实 ckpt 用 Qwen3.5 同一 tokenizer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55080" y="245973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理想情况:tokenizer 完全复用,只把 25 个 MM special token append 即可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55080" y="2788920"/>
            <a:ext cx="5349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成本: </a:t>
            </a:r>
            <a:pPr indent="0" marL="0">
              <a:buNone/>
            </a:pPr>
            <a:r>
              <a:rPr lang="en-US" sz="95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周(零返工)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55080" y="2971800"/>
            <a:ext cx="534924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3017520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2: 同家族,词表略有差异(±5%)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55080" y="323697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vocab.json,补缺漏 token + retokenize 受影响的样本(&lt;10%)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355080" y="3566160"/>
            <a:ext cx="5349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成本: </a:t>
            </a:r>
            <a:pPr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周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355080" y="3749040"/>
            <a:ext cx="534924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3794760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3: 完全不同 tokenizer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55080" y="401421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 retokenize 200B token 数据池;评测脚本/RL prompt template 全部重做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355080" y="4343400"/>
            <a:ext cx="5349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成本: </a:t>
            </a:r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3-4 周(严重)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355080" y="4526280"/>
            <a:ext cx="534924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55080" y="4572000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对预训练 team 的 SLA 请求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55080" y="479145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T-10 前确认实 ckpt 词表与 Qwen3.5 兼容性;不兼容需提前 4 周通告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355080" y="5120640"/>
            <a:ext cx="5349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成本: </a:t>
            </a:r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需立 alert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复用胜过重训: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Qwen3.5-4B tokenizer 能完整继承预训练 team 已学到的词表分布,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自训 BPE 的 NLU 能力差距 ~3-5 个 MMLU 点</a:t>
            </a:r>
            <a:pPr indent="0" marL="0">
              <a:buNone/>
            </a:pPr>
            <a:pPr indent="0" marL="0">
              <a:buNone/>
            </a:pP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25 个 token 是 Qwen2-VL/3-Omni 标准做法: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vision/audio/video placeholder + grounding/bbox 是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open-source 最佳实践,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直接照抄,无创新风险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Case 3 是最大风险: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若实 ckpt 用全新 tokenizer,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B 整体延迟 4 周,T-10 必须签 SLA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retokenize 4 周 + RL prompt 重做,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 / Qwen3-VL tokenizer 设计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(HF tokenizer.json)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Qwen2-VL / Qwen3-Omni MM special token 列表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(开源代码参考)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平均初始化方法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(常见实践,LLaVA 等同方法)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 配方 (10B-A2B 缩放版)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段 ~200B token,基于 active params 比例 + 跳 Stage 6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预算缩放推理: 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30B-A3B = 466.9B token  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 10B-A2B 按 active params 缩放(2/3 ≈ 67%)= 312B  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 Stage 6 256K 节省(-34B)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  </a:t>
            </a:r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5 缩到 15B(-15B)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  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其它阶段同比例缩  </a:t>
            </a:r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~200B </a:t>
            </a:r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(占 Nemotron 43%)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30000" cy="301752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1371600"/>
                <a:gridCol w="1508760"/>
                <a:gridCol w="1280160"/>
                <a:gridCol w="233172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Context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原值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(30B-A3B)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 token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(10B-A2B)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缩放系数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 / 算力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Proj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fixed step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FSDP, BS=128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SFT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主战场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~110B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略压缩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16-32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FSDP, mixed precision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3-4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2/3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Enc+Proj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11.4 + 100.5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=112B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S2:5B + S3:25B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任务相对简单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8-16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SFT 16K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57.3B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OPD 配对样本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16-32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2-3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SFT 48K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 3×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 + 长文档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context 大但样本少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16-32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FSDP + ctx parallel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⊘ Stage 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跳过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省时省钱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256K 训练成本翻倍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省 4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466.9B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全栈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~195B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OPD ~5B = 200B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符合 active params 比例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16-32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9-11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B SFT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983480"/>
            <a:ext cx="11430000" cy="502920"/>
          </a:xfrm>
          <a:prstGeom prst="rect">
            <a:avLst/>
          </a:prstGeom>
          <a:solidFill>
            <a:srgbClr val="FFF2CC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~200B 而不是 466.9B: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(1)active params 2/3:active 越小 token 饱和越快  </a:t>
            </a:r>
            <a:pPr indent="0" marL="0">
              <a:buNone/>
            </a:pPr>
            <a:r>
              <a:rPr lang="en-US" sz="10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(2)跳 Stage 6 = 省 34B  </a:t>
            </a:r>
            <a:pPr indent="0" marL="0">
              <a:buNone/>
            </a:pPr>
            <a:r>
              <a:rPr lang="en-US" sz="10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(3)Stage 1 vision SFT 缩 50%(我方场景比 Nemotron 窄) 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(4)Phase A 在 Qwen3.5-4B 上跑 100B token 验证,Phase B 实 ckpt 跑 200B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缩放有据可依: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200B = 466.9B × 0.43,与 active params 比例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(2/3 = 0.67)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Stage 跳过折损(0.65) 一致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,非拍脑袋数字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Phase A 100B 试水: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Qwen3.5-4B 做 proxy 时跑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100B token 即够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(更小模型饱和更快),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B 实 ckpt 再扩到 200B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FSDP2 单纯: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10B-A2B 在 16-32 H100(FSDP2 + mixed precision)即可,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 TP / PP,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Stage 5 加 context parallel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7 阶段原始 token 量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2604.24954)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Chinchilla scaling law + active params 经验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(内部估算)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FSDP2 / accelerate 文档</a:t>
            </a:r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 + 来源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200B token 总池,vision 55% / audio 15% / video 10% / text 20%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4663440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  <a:gridCol w="1417320"/>
                <a:gridCol w="1417320"/>
                <a:gridCol w="1783080"/>
                <a:gridCol w="2606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模态 / 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主用数据集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规模(样本)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 token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Owner / 风险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Pretrain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LLaVA-Pretrain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ShareGPT4V + DenseFusion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图文对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短文 caption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全开源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T-12 起下载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team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无风险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SFT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LLaVA-OneVision-Data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Cambrian-7M + Cauldron + ALLaVA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~25M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复合指令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~110B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1 主战场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全开源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自建 CoT 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+ Research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CoT 数据需自合成 ~5B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Pretrain + SFT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2/3)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Granary v1.1 ASR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AudioCaps + WavCaps + CV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~25M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音频任务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ASR + AQA + Music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公开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Granary HF 直接拉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team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AudioSet 仅 label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混合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4)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V+A+T 混采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ShareGPT4Video + 短视频 + 安全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~6M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5:3:2 比例 + OPD 配对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 自建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比例需调优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Research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OPD 配对 ~2 人 4 周自合成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中长视频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5)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LLaVA-Video-178K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EgoSchema + 部分 LongVideoBench 分布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中长视频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含视频推理 CoT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 部分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需采样长尾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+ Research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长视频标注稀缺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Text 保留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(全程混采)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自家文本 SFT 同分布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(由预训练 team 提供)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按比例混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防漂移采样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待对齐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 cross-team SLA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Cross-team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强依赖,T-12 立项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偏好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RLHF-V + VLFeedback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POVID + 自标 ScreenSpot 偏好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~150K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偏好对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(短样本,RL 数据)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公开+自建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GUI 偏好需自标 ~30K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 team + 标注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标注成本中等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~60M+150K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~238B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(SFT 200B + RL 3B + 安全 35B)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 ready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 需自建/谈判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团队 + 跨团队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80% 数据已开源: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 / Audio / 短视频主体均开源,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12 周内完成下载 + tokenize + 分片</a:t>
            </a:r>
            <a:pPr indent="0" marL="0">
              <a:buNone/>
            </a:pPr>
            <a:pPr indent="0" marL="0"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Text 同分布是 R2 风险: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防漂移的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必须由预训练 team 提供同分布,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~40B Text 数据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必须签 SLA;否则退化到公开 Nemotron-text 混合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OPD 配对 + GUI 偏好要自建: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OPD audio-text 配对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~2 人 6 周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~5B token + GUI 偏好 ~30K 对,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,T-8 立项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LLaVA-OneVision / Cambrian / Granary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(HuggingFace 直接 stream)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OPD 配对方案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(Qwen3.5-Omni 论文复刻)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ScreenSpot 偏好标注流程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(内部自建)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栈 verl/FSDP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段 GSPO,verl rollout 用 vLLM,GRPO 兜底,跳 Audio/Omni-RL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2926080" cy="46177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段 RL(verl 实现)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8813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跳过:Text-RL S1 / Omni-RL / Audio-RL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MPO 偏好优化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DPO + BCO 混合(verl 内置 DPO + 自加 BCO)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~150K 偏好对(RLHF-V + VLFeedback)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周 / 16 H100,FSDP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0" cy="9144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7889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Image-RL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GSPO(verl 主干 + 我方贡献)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~50K 视觉推理 + ~30K GUI 偏好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verifier: string/math/GUI-coord/format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周 / B200 + vLLM rollout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0" cy="9144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389120"/>
            <a:ext cx="457200" cy="45720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41605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Text-RL Stage 2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修文本回归(必跑)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 token embedding 防漂移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~30K 自家文本任务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周 / 16 H100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777240"/>
            <a:ext cx="310896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777240"/>
            <a:ext cx="3108960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8229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 verl + FSDP + vLLM 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66160" y="128016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1280160"/>
            <a:ext cx="9144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21608" y="132588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Trainer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GRPO / GSPO / DPO 算法层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182880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1828800"/>
            <a:ext cx="91440" cy="5029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21608" y="187452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FSDP2 Worker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策略模型 + 参考模型 训练 + 梯度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66160" y="237744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6160" y="2377440"/>
            <a:ext cx="91440" cy="5029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21608" y="242316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Ray Cluster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rollout / actor / critic 编排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66160" y="292608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2926080"/>
            <a:ext cx="91440" cy="5029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21608" y="297180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Rollout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 generate(支持 PagedAttn)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66160" y="347472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66160" y="3474720"/>
            <a:ext cx="91440" cy="5029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21608" y="352044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Reward Verifiers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string-match / math / GUI / format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566160" y="4023360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6160" y="4023360"/>
            <a:ext cx="914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21608" y="406908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Replay Buffer + 偏好数据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RLHF-V / VLFeedback / POVID / 自标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675120" y="777240"/>
            <a:ext cx="51206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777240"/>
            <a:ext cx="5120640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8229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GSPO 实现状态 + 跳过段理由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84848" y="1280160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GSPO 实现状态 </a:t>
            </a:r>
            <a:pPr indent="0" marL="0">
              <a:buNone/>
            </a:pPr>
            <a:r>
              <a:rPr lang="en-US" sz="95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主干含 GRPO,GSPO 需自实现(~300 行)或等社区 PR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84848" y="1719072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84848" y="1755648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兜底方案 </a:t>
            </a:r>
            <a:pPr indent="0" marL="0">
              <a:buNone/>
            </a:pPr>
            <a:r>
              <a:rPr lang="en-US" sz="95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GRPO 在 omni 已被验证可用,损失约 1-2 pt 稳定性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84848" y="2194560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84848" y="2231136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Global BS / rollouts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4096 / 16 rollouts(vLLM 并行 = 16-32 副本)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84848" y="2670048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84848" y="2706624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⊘ Text-RL S1 跳过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用于多环境 RLVR,我方仅理解,无需多环境支持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784848" y="3145536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84848" y="3182112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⊘ Omni-RL 跳过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Image-RL + audio benchmark 已可覆盖 DailyOmni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T+14 不达标可后补 2-3 周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84848" y="3621024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84848" y="3657600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⊘ Audio-RL 跳过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ASR/分类 SFT 已逼近上限,RL 边际收益低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84848" y="4096512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84848" y="4133088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Text-RL S2 必跑 </a:t>
            </a:r>
            <a:pPr indent="0" marL="0">
              <a:buNone/>
            </a:pPr>
            <a:r>
              <a:rPr lang="en-US" sz="95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4/5 后必有 1-2 pt 漂移,这是修复段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784848" y="4572000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84848" y="4608576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Verifier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verl 内置 + 自实现 GUI-coord(smooth distance)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verl + FSDP 替 NeMo-RL: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是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OSS 第一梯队 RL 框架(volcengine 维护),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原生 FSDP+vLLM,与我方栈对齐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GSPO 自实现风险可控: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GRPO → GSPO 主要差别在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sequence-level 重要性比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,~300 行改动,2 人 1 周可完成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;若延迟用 GRPO 兜底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Text-RL S2 是底线: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 GSPO 是否就绪,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Text-RL S2 必须跑,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这是把 MMLU-Pro 拉回 ≤2 pt 的修复段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verl(volcengine/verl)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GitHub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GSPO 算法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(Qwen 团队 2025 公开)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5 段 RL pipeline + GSPO 超参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2604.24954)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评测红线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阶段目标分位 + 8 维 36 项,MMLU-Pro 损 ≤2 pt 是上线门槛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4617720"/>
        </p:xfrm>
        <a:graphic>
          <a:graphicData uri="http://schemas.openxmlformats.org/drawingml/2006/table">
            <a:tbl>
              <a:tblPr/>
              <a:tblGrid>
                <a:gridCol w="1508760"/>
                <a:gridCol w="2331720"/>
                <a:gridCol w="1783080"/>
                <a:gridCol w="1600200"/>
                <a:gridCol w="1783080"/>
                <a:gridCol w="2423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评测维度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 benchmark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A 终点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(T,proxy 模型)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B 中点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(T+8)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B 上线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(T+18)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红线 / Go-No-Go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文本回归 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/ IFBench / AIME25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LiveCodeBench v6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99%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 Qwen3.5-4B-base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99%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 实 ckpt base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98%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等价 ≤2 pt 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掉 &gt;2 pt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立即 rollback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视觉理解综合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/ MM-Vet / MMStar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SEED-Bench-2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50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对标 LLaVA-OV-7B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55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60+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对标 Qwen2.5-VL-7B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&lt; 50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B 中点不通过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OCR / 文档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OCRBench-V2 / DocVQA / ChartQA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CharXiv RQ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DocVQA 85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OCRBench 75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DocVQA 88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DocVQA 90+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DocVQA &lt; 85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B 上线不达标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/ GUI 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ScreenSpot-Pro / OSWorld-G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(2026 区分度最高)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SS-Pro 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A 验证 RL 流程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SS-Pro 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SS-Pro 40+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SS-Pro &lt; 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pipeline 失败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音频理解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OpenASR / MMAU / MMAR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VoiceBench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ASR WER 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WER 7 / MMAU 65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WER 7 / MMAU 70+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WER &gt; 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SFT 不达标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视频理解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/ LongVideoBench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MVBench / NextQA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55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短视频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65+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LongVB 55+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&lt; 55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5 不达标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端到端 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/ WorldSense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AVUT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A 含 omni 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65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70+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WorldSense 50+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&lt; 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整体不达 SOTA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文本基线绝对值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绝对分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(基于 Qwen3.5-4B-base 估)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~70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Qwen3.5-4B-base 基线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 ckpt 自带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 ckpt × 0.98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B 上线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三阶段红线: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终点(T) MMMU 50 / Phase B 中点(T+8) MMMU 55 / 上线(T+18) MMMU 60+,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递进式 gate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,任一不通过暂停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文本相对损为标尺: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 比 Qwen3.5-4B-base,Phase B 比实 ckpt base,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都用「相对损 ≤2 pt」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同一标准,与绝对分数解耦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自动监控: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serving + VLMEvalKit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1B token 跑 mini-eval,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异常 alert 自动通知 owner,无需人盯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三篇报告评测整合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(Nemotron / LongCat / Qwen3.5)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VLMEvalKit + 自家 text 套件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Qwen3.5-4B-base 文本基线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(HF model card)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+ 切换协议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大风险 / 3 道 gate / Phase A→B 切换 SOP,Day-1 接 ckpt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3749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3749040" cy="3657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A: Phase A 终点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T = 0(ckpt 到达)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188720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Proxy(Qwen3.5-4B + V/A)上 MMMU ≥ 50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380744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DocVQA ≥ 85,VideoMME ≥ 55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损 ≤ 1 pt vs Qwen3.5-4B-base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764792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整套 SFT+RL pipeline 端到端跑通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47672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659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Phase B 启动,ckpt 切换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18541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不让 ckpt 进 Phase B,留在 proxy 调到达标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777240"/>
            <a:ext cx="3749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777240"/>
            <a:ext cx="3749040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B: ckpt Sanity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T+2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5968" y="1188720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 ckpt 与预训练 team 报告 MMLU-Pro 差 ≤ 0.5 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15968" y="1380744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模型类适配通过,推理 sanity OK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59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兼容性确认(case 1/2/3 区分)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15968" y="1764792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FSDP wrap policy 调通,首 1B token 不发散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947672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5968" y="19659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启动 Stage 0/1 SFT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15968" y="218541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与预训练 team 排查,可能延后 1-2 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777240"/>
            <a:ext cx="3749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030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777240"/>
            <a:ext cx="3749040" cy="3657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C: 上线判定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T+18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56448" y="1188720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损 ≤ 2 pt vs 实 ckpt base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56448" y="1380744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MMMU ≥ 60 / DocVQA ≥ 90 / SS-Pro ≥ 40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5644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DailyOmni ≥ 70,无幻觉爆发(POPE &gt; 90)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56448" y="1764792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全栈无 NaN / 无 OOM / 推理稳定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1947672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19659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T+18 上线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56448" y="218541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补 Omni-RL 段或 SFT-only 上线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11430000" cy="283464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  <a:gridCol w="1371600"/>
                <a:gridCol w="219456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早期信号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Mitigation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R1: 实 ckpt vLLM 模型类未就绪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+1-3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T-4 内未提供 stub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A 第 8 周起预留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vLLM 模型类接口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R2: Tokenizer Case 3(完全不同)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低-中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+3-4 周 retokenize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T-10 SLA 未签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准备 retokenize 脚本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数据双备份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R3: 预训练 team 不给 text 同分布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文本必漂移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T-8 仍未到位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退化到公开 Nemotron-text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数据,损 ~3 pt 接受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R4: GSPO 实现延迟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稳定性 1-2 pt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A 自实现未完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GRPO 兜底,verl 主干已支持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不延期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R5: B200 集群档期冲突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推迟 2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T+10 资源未锁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退化到 H100 跑 RL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 减半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Day-1 ckpt 切换 SOP: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T+0: 拿 ckpt → T+1: vLLM 类对齐 + sanity → T+2: tokenizer case 判定 →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T+3: Stage 0 启动,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严格 3 天工序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R1+R3 是组合炸弹: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模型类未就绪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 同分布数据缺失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Phase B 整体延 4-6 周,T-12 必须强 SLA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三道 gate 不可跳: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A 不通过则不让 ckpt 进 Phase B(防止 ckpt 浪费在不成熟 pipeline 上);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B 不通过排查 1-2 周比硬上省 4 周</a:t>
            </a:r>
            <a:pPr indent="0" marL="0">
              <a:buNone/>
            </a:pPr>
            <a:pPr indent="0" marL="0">
              <a:buNone/>
            </a:pP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A→B 切换 SOP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(内部协议草案)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verl + vLLM 集成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(开源文档)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 reference design 风险经验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(公开论文)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 理解后训练实验计划 v2 — Qwen3.5-4B Proxy → MoE 10B-A2B</dc:title>
  <dc:subject>PptxGenJS Presentation</dc:subject>
  <dc:creator>Post-Training Team</dc:creator>
  <cp:lastModifiedBy>Post-Training Team</cp:lastModifiedBy>
  <cp:revision>1</cp:revision>
  <dcterms:created xsi:type="dcterms:W3CDTF">2026-05-06T02:36:28Z</dcterms:created>
  <dcterms:modified xsi:type="dcterms:W3CDTF">2026-05-06T02:36:28Z</dcterms:modified>
</cp:coreProperties>
</file>