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 后训练 2026.05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三派分立,Thinker-Talker 成共识,native unified 降为少数派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7315200" cy="461772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3 Nano 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(NVIDIA, 2026.04)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LongCat-Next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(Meituan, 2026.03)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Qwen3.5-Omni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(Alibaba, 2026.04)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骨架架构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模块化 Thinker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30B-A3B MoE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ViT+MLP+Audio MLP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Native Unified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68.5B-A3B MoE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单一离散 token 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Thinker+Talker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数百 B 双 MoE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Hybrid Attn+GDN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文本损失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 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77.3 vs 78.3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~5.3 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 83.95 vs 89.28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~0.9 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85.9 vs 86.8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阶段数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MPO/Text-RL/Image/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Omni/Text-RL2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 cluster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rebalancing mid-train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3+4 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Thinker 3 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Talker 4 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算法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GSPO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MPO=DPO+BCO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未明示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DPO 风格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GSPO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DPO + 规则奖励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生成能力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仅理解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图+语音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GenEval 84.44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 FLUX.1-dev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仅语音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SEED-TTS WER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zh 0.99 / en 1.26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权重+代码+数据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Megatron-Bridge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权重+tokenizer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Plus / Flash 两档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通义千问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三阶段扩展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16K→48K→256K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未明示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S3 长上下文阶段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777240"/>
            <a:ext cx="402336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868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二维定位:文本保真 × 生成能力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92440" y="5074920"/>
            <a:ext cx="3611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92440" y="1280160"/>
            <a:ext cx="0" cy="379476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21240" y="1280160"/>
            <a:ext cx="0" cy="379476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092440" y="3154680"/>
            <a:ext cx="361188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092440" y="513892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文本保真 →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82128" y="1280160"/>
            <a:ext cx="201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生成全面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561320" y="3703320"/>
            <a:ext cx="777240" cy="502920"/>
          </a:xfrm>
          <a:prstGeom prst="ellipse">
            <a:avLst/>
          </a:prstGeom>
          <a:solidFill>
            <a:srgbClr val="D9E2F3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42448" y="38039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21040" y="1600200"/>
            <a:ext cx="777240" cy="502920"/>
          </a:xfrm>
          <a:prstGeom prst="ellipse">
            <a:avLst/>
          </a:prstGeom>
          <a:solidFill>
            <a:srgbClr val="FBDDD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02168" y="170078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835640" y="2240280"/>
            <a:ext cx="868680" cy="548640"/>
          </a:xfrm>
          <a:prstGeom prst="ellipse">
            <a:avLst/>
          </a:prstGeom>
          <a:solidFill>
            <a:srgbClr val="FCE4D6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16768" y="23591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58400" y="1371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理想区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(文本+生成全)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058400" y="46634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理解专精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(无生成)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92440" y="5285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无气泡进入「理想区」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三派各占一象限,2026 内无人通吃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Qwen3.5 仅靠 Talker 加语音生成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三派分立: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Q1-Q2 出现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/ LongCat / Qwen3.5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三套都跑通的 reference design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,彼此 use case 不重叠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共识收敛: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Thinker-Talker(独立 MoE+多码本 RVQ)成主流,unified discrete 仅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一家坚持,占比 1/3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文本税分化: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损失,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0.9 点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 5.3 点是路径选择的真实代价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 Tech Report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2604.24954, 2026.04)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2603.27538, 2026.03)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 Tech Report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2604.15804, 2026.04)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Talker 收敛</a:t>
            </a:r>
            <a:pPr indent="0" marL="0">
              <a:buNone/>
            </a:pPr>
            <a:r>
              <a:rPr lang="en-US" sz="2400" b="1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MoE+多码本 RVQ+ARIA 战胜 unified,unified 退守 1/3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657600" cy="4069080"/>
          </a:xfrm>
          <a:prstGeom prst="rect">
            <a:avLst/>
          </a:prstGeom>
          <a:solidFill>
            <a:srgbClr val="16213E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 范式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MoE Talker + 多码本 RVQ + ARIA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45920"/>
            <a:ext cx="73152" cy="5943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82496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Hybrid-Attn MoE + GDN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13432"/>
            <a:ext cx="73152" cy="5943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0008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Talker(独立 MoE)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多码本 RVQ + MTP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80944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80944"/>
            <a:ext cx="73152" cy="5943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Code2Wav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 ConvNet 流式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3-5ms / 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48456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48456"/>
            <a:ext cx="73152" cy="5943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85032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ARIA 单通道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speech/text 累计比约束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dual-channel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279392"/>
            <a:ext cx="3383280" cy="5029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15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TTFC 54-56ms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TTFP 235-435ms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914400"/>
            <a:ext cx="3657600" cy="4069080"/>
          </a:xfrm>
          <a:prstGeom prst="rect">
            <a:avLst/>
          </a:prstGeom>
          <a:solidFill>
            <a:srgbClr val="1F1F3D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9875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 范式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Native unified discrete tokens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1645920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703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1645920"/>
            <a:ext cx="73152" cy="5943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682496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统一离散 token 空间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text/image/audio 共享词表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2313432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703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2313432"/>
            <a:ext cx="73152" cy="5943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2350008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dNaViT(8 级 RVQ)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16,384 codebook × 8 级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 更新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2980944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7030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2980944"/>
            <a:ext cx="73152" cy="5943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017520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Whisper + 8 层 RVQ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Hz token rate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3648456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3648456"/>
            <a:ext cx="73152" cy="594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685032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无独立 Talker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音频/图像走 NTP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flow-matching 解码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9120" y="4279392"/>
            <a:ext cx="3383280" cy="5029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315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GenEval 84.44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但文本损 5.3 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38160" y="914400"/>
            <a:ext cx="3657600" cy="4069080"/>
          </a:xfrm>
          <a:prstGeom prst="rect">
            <a:avLst/>
          </a:prstGeom>
          <a:solidFill>
            <a:srgbClr val="162132"/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9875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范式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模块化理解,不做生成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75320" y="1645920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1645920"/>
            <a:ext cx="73152" cy="5943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1682496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30B-A3B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Mamba-Transformer MoE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75320" y="2313432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75320" y="2313432"/>
            <a:ext cx="73152" cy="5943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2350008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C-RADIOv4-H + MLP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视觉模态 projector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75320" y="2980944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75320" y="2980944"/>
            <a:ext cx="73152" cy="5943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0" y="3017520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Parakeet-TDT 0.6B + MLP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FastConformer 12.5 t/s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75320" y="3648456"/>
            <a:ext cx="3383280" cy="594360"/>
          </a:xfrm>
          <a:prstGeom prst="rect">
            <a:avLst/>
          </a:prstGeom>
          <a:solidFill>
            <a:srgbClr val="0F1525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5320" y="3648456"/>
            <a:ext cx="73152" cy="594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3685032"/>
            <a:ext cx="3246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Talker 头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仅理解,无语音/图像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输出能力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75320" y="4279392"/>
            <a:ext cx="3383280" cy="50292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21040" y="43159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纯理解 SOTA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ScreenSpot-Pro 59.3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ARIA 击败 dual-channel: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显式否定自家 Qwen3-Omni 的双轨生成,改单通道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TMRoPE,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单调累计比约束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对齐开销大降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多码本 RVQ 标准化: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多码本 + MTP 残差头与 LongCat 8 级 RVQ ×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codebook 形成事实标准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16,384 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Unified 退守少数派: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三派里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LongCat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 unified discrete,2/3 SOTA 选独立 Talker;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scaling 优劣需 H2 验证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Qwen3.5-Omni: ARIA + Code2Wav + 多码本 RVQ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(2026.04)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LongCat-Next: DiNA 8 级 RVQ × 16K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(2026.03)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Omni: 无 Talker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(2026.04)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多段 RL 时代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三连发,SFT-only 退出 omni 前沿,RL 阶段 ≥5 段成新基线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2377440" cy="4617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阶段轴(Nemotron 范式)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 + BCO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混合偏好优化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0" cy="9144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76272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Stage 1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 RLVR/RLHF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token embedding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0" cy="9144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74K 视觉推理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+ pass-rate filter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0" cy="9144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22192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Omni-RL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120K prompts × 113 子集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verifier: 1-WER 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0" cy="9144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45152"/>
            <a:ext cx="365760" cy="36576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45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5262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Stage 2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修文本回归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最后一段必跑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777240"/>
            <a:ext cx="2907792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777240"/>
            <a:ext cx="2907792" cy="384048"/>
          </a:xfrm>
          <a:prstGeom prst="rect">
            <a:avLst/>
          </a:prstGeom>
          <a:solidFill>
            <a:srgbClr val="D9E2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82296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123444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段数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段(全栈)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26080" y="1645920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1682496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+ MPO(DPO+BCO)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2093976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213055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 + H100 / NeMo-RL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0" y="2542032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57860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 / rollouts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global / 16 rollouts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26080" y="2990088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026664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string-match / mathruler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gui-coordinate / 1-WER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0" y="3438144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47472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Pass-rate filter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0.1-0.9 (AudioQA 0.3-0.7)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26080" y="3886200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3922776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 数据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~74K(chart/STEM/games/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grounding/VQA)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26080" y="4334256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437083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Omni-RL 数据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~120K, 113 sub-datasets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26080" y="4782312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481888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拒答样本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unanswerable 训 abstention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33872" y="777240"/>
            <a:ext cx="2907792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33872" y="777240"/>
            <a:ext cx="2907792" cy="384048"/>
          </a:xfrm>
          <a:prstGeom prst="rect">
            <a:avLst/>
          </a:prstGeom>
          <a:solidFill>
            <a:srgbClr val="D9E2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024" y="82296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25312" y="123444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段数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Thinker 3 + Talker 4 = 7 段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25312" y="1645920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25312" y="1682496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+ DPO + 规则奖励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25312" y="2093976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25312" y="213055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Thinker S1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Specialist Distillation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(text/vision/audio 多专家)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25312" y="2542032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25312" y="257860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Thinker S2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On-Policy Distillation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(text→audio 行为对齐)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25312" y="2990088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25312" y="3026664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Thinker S3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Interaction-Aligned 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(多轮 / persona / code-switch)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25312" y="3438144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25312" y="347472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Talker DPO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多语种偏好对 + GSPO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稳定化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925312" y="3886200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25312" y="3922776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Talker S4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Speaker 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(轻量化 speaker 适配)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25312" y="4334256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25312" y="437083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ChatML 全程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25312" y="4782312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25312" y="481888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开放度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only(无权重)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833104" y="777240"/>
            <a:ext cx="2907792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33104" y="777240"/>
            <a:ext cx="2907792" cy="384048"/>
          </a:xfrm>
          <a:prstGeom prst="rect">
            <a:avLst/>
          </a:prstGeom>
          <a:solidFill>
            <a:srgbClr val="D9E2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06256" y="822960"/>
            <a:ext cx="27614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924544" y="123444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段数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未细化(主要 SFT)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924544" y="1645920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24544" y="1682496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 风格(论文未明示 GSPO)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924544" y="2093976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24544" y="213055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Pretrain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DiNA 2T+ 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联合预训练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924544" y="2542032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24544" y="257860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Mid-train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Cluster-based Rebalancing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(替代显式 RL 模态分段)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924544" y="2990088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24544" y="3026664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指令多模态 + 任务特化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924544" y="3438144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924544" y="347472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训练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Commitment + 语义重建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flow-matching 细化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924544" y="3886200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924544" y="3922776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 蒸馏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L_audio = λ₁L_recon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λ₂L_commit + λ₃L_llm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924544" y="4334256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924544" y="437083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结构观察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RVQ 替代 RL 模态分段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=「数据驱动」分流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924544" y="4782312"/>
            <a:ext cx="2724912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924544" y="481888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开放度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全开源(GitHub + HF)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GSPO 三连发: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+ Qwen3.5 显式 GSPO,LongCat 隐式同向;DPO 单跑在 omni 已 </a:t>
            </a:r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事实退役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模态分段 RL 是杠杆: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的 Image-RL → Omni-RL →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Stage 2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是文本不漂移的关键,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段不可跳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Specialist Distillation: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公开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「先专才后通才」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配方,Nemotron 隐式同构(text-RL→image-RL→omni-RL)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 RL pipeline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(2026.04)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Qwen3.5-Omni: Specialist + OPD + Interaction-RL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(2026.04)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LongCat-Next: 2T+ token DiNA pretrain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(2026.03)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配方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 40M 小时+OPD 蒸馏+ARIA 单通道,文本仅损 0.9 点的代价压舱物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37490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374904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 encoder 自研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65506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Whisper / Parakeet 路线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383280" cy="100584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8424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660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小时监督音对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Token rate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6.25 Hz / 160 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下采样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 Conv2D × 16×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30752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67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训练比例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中:英:其他 = 3.5:3.5:3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059936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96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覆盖语种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 语言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389120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25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注意力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动态窗口(实时↔离线)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3474720" cy="566928"/>
          </a:xfrm>
          <a:prstGeom prst="rect">
            <a:avLst/>
          </a:prstGeom>
          <a:solidFill>
            <a:srgbClr val="FBDDDC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82896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Whisper-v3 (~5M 小时),vs Parakeet-TDT-0.6B(12.5 t/s)。AuT 选稀疏化 + 自研策略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868680"/>
            <a:ext cx="37490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868680"/>
            <a:ext cx="374904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15968" y="137160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Rate Interleave Alignment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15968" y="165506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dual-channel + TMRoPE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1965960"/>
            <a:ext cx="3383280" cy="100584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198424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389120" y="2660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通道(原 2)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3108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约束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speech/text 累计比 ≤ 全局比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43400" y="3401568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替代对象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Qwen3-Omni 双轨生成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730752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3767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解决问题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漏字 / 错音 / 数字念错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4059936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4096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调度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monotonic interleaving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43400" y="4389120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4425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对齐机制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比例约束(非时间 ID)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4846320"/>
            <a:ext cx="3474720" cy="566928"/>
          </a:xfrm>
          <a:prstGeom prst="rect">
            <a:avLst/>
          </a:prstGeom>
          <a:solidFill>
            <a:srgbClr val="FBDDDC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4882896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ARIA 是对自家 TMRoPE 的显式否定,信号:业界向更轻对齐机制收敛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46720" y="868680"/>
            <a:ext cx="37490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868680"/>
            <a:ext cx="374904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156448" y="1371600"/>
            <a:ext cx="3529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On-Policy Distillation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156448" y="165506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audio-query 行为向 text-query 对齐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29600" y="1965960"/>
            <a:ext cx="3383280" cy="100584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198424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≤0.9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8229600" y="26609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文本损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83880" y="3108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配对方式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query 的 (audio, text) 对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83880" y="3401568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蒸馏目标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text response 监督 audio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83880" y="3730752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3767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修补问题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「问同问题语音答错」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83880" y="4059936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83880" y="4096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复用门槛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低,可独立加进 SFT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83880" y="4389120"/>
            <a:ext cx="347472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83880" y="4425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搭配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Specialist Distillation 之后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83880" y="4846320"/>
            <a:ext cx="3474720" cy="566928"/>
          </a:xfrm>
          <a:prstGeom prst="rect">
            <a:avLst/>
          </a:prstGeom>
          <a:solidFill>
            <a:srgbClr val="FBDDDC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29600" y="4882896"/>
            <a:ext cx="3383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trick 合力把 omni 文本损降到 ~1 点;Nemotron 1 点、LongCat 5.3 点为对照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AuT 是隐藏门槛: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40M 小时音频是 Qwen3.5 ASR 击败 Gemini-3.1 的护城河;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Whisper 仅 ~5M 小时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,门槛差 8×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ARIA 对齐降阶: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dual-channel 退化为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single-channel 单调比例约束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,同步开销大降,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对齐机制收敛信号已现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OPD 是即插即用 trick: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无需完整 specialist 蒸馏,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复用门槛低,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任何 omni 团队可独立加进 SFT 段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 Tech Report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AuT / ARIA / OPD / Specialist Distillation (2026.04)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Qwen3-Omni / Qwen2.5-Omni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TMRoPE / dual-channel 对照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 文本税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DiNA 8 级 RVQ × 16K 码本换图像生成,文本损 5.3 个 MMLU 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105156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DiNA(Discrete Native Autoregressive)三流统一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703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9786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原生离散 token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LLM 词表,无变化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87952" y="123444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⊕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3703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19786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(dNaViT) 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SAE → RVQ × 8 级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16,384 codebook × 8 / EMA 更新 / ≤28× 压缩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74152" y="1234440"/>
            <a:ext cx="164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⊕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703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19786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 (Whisper+RVQ) 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Whisper → 4× → 8 层 RVQ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Hz token rate / mel + flow + HiFi-GAN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统一 NTP 目标(无模态特化设计)→  Modality-Agnostic MoE Backbone(LongCat-Flash-Lite A3B,68.5B / 3B 活跃)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93392"/>
          <a:ext cx="4846320" cy="352044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417320"/>
                <a:gridCol w="960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文本基准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LongCat-Next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(omni)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Qwen3-Next-80B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(text-only base)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89.28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-5.33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77.02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82.93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-5.91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C-Eval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-4.11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Tau2-Telecom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(Qwen3-Omni 4.39)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+57.7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 Qwen3-Omni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SWE-Bench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(超基座)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文本税中位数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三项 MMLU 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-5.3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 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993392"/>
          <a:ext cx="6446520" cy="3520440"/>
        </p:xfrm>
        <a:graphic>
          <a:graphicData uri="http://schemas.openxmlformats.org/drawingml/2006/table">
            <a:tbl>
              <a:tblPr/>
              <a:tblGrid>
                <a:gridCol w="1508760"/>
                <a:gridCol w="1097280"/>
                <a:gridCol w="1188720"/>
                <a:gridCol w="128016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换来的生成能力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FLUX.1-dev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(T2I 专长)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Qwen-Image-2507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Gemini-2.5-Flash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GenEval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↑18 vs FLUX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84.66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85.82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LongText-EN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93.15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↑33 vs FLUX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60.70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CVTG-2K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↑27 vs FLUX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73.64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理解综合(MMMU)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(无理解)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(无理解)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生成-理解杠杆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唯一兼具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仅生成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仅生成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(闭源)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文本税 ≈ 5.3 点: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 MMLU 类基准 omni 平均损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个点;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对纯理解场景这是不可承受代价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生成端杠杆显著: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GenEval 84.44(超 FLUX.1-dev 18 点)+ CVTG-2K 76.36(超 27 点),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唯一兼具理解+生成的开源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适用窄但深: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若产品要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图像/语音生成 + 理解一体化,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 是当下唯一开源选项;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纯理解场景请避开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LongCat-Next: DiNA + dNaViT + Audio RVQ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2603.27538, 2026.03)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Qwen3-Next-80B 文本基座对照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FLUX.1-dev / Qwen-Image-2507 / Gemini-2.5-Flash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公开评测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7+5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阶段 SFT(466.9B token)+5 段 RL,16K→48K→256K 上下文渐进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总栈 =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0~6 SFT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(466.9B token)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段 RL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(MPO → Text-RL₁ → Image-RL → Omni-RL → Text-RL₂)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⇒  </a:t>
            </a:r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+ 模态分段 + 文本回归修复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30000" cy="1691640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36776"/>
                <a:gridCol w="1636776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Proj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Proj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16K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48K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256K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V-Proj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LLM+ViT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A-Proj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Enc+Proj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全参数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全参数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 Audio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214.8B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11.4B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57.3B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34.0B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9.35M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86.3M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242.0M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6.08M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623K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warmup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+CoT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warmup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rebal.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493008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各列依次:可训练范围 / token 量 / 样本数 / 上下文 / 阶段角色</a:t>
            </a:r>
            <a:endParaRPr lang="en-US" sz="8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49040"/>
          <a:ext cx="7863840" cy="178308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554480"/>
                <a:gridCol w="1783080"/>
                <a:gridCol w="1874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量化方案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Size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Effective bpw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 vs BF16(中位)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典型基准:MathVista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61.5 GB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71.90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32.8 GB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↓47%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几乎零损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71.05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NVFP4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20.9 GB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↓66%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几乎零损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71.30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412480" y="3749040"/>
            <a:ext cx="3383280" cy="1783080"/>
          </a:xfrm>
          <a:prstGeom prst="rect">
            <a:avLst/>
          </a:prstGeom>
          <a:solidFill>
            <a:srgbClr val="FBDDDC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0392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NVFP4 推理收益(B200)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522208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iso-interactivity 提升 </a:t>
            </a:r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7.5×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BF16,150 tok/s/user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522208" y="44439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vs Qwen3-Omni(长视频) </a:t>
            </a:r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9×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iso-interactivity throughput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522208" y="4773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vs Nemotron Nano V2 VL </a:t>
            </a:r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iso 50 tok/s/user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8522208" y="51023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Single-stream </a:t>
            </a:r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&gt;500 tok/s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2.4-2.9× vs Qwen3-Omni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渐进式上下文: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16K→48K→256K 三档,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5/6 加 context-parallel(2-way / 16-way)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,256K 时冻 audio 防漂移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NVFP4 几乎零损: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20.9GB 模型(原 61.5GB,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),中位精度损 &lt;1 点,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↓66%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RTX 5090 可载入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推理 9× iso-throughput: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 + NVFP4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三件套对长视频/多文档场景达 9× vs Qwen3-Omni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Conv3D + EVS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 — 7 阶段 SFT × 5 段 RL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2604.24954, 2026.04)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Megatron-Bridge / NeMo-RL / DataDesigner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(NVIDIA, 2026)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nightly 2026-04-19 测试基准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开源底座 2026.05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Megatron-Bridge+NeMo-RL+LongCat 重写「自研可用」起步线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5760720" cy="1478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5760720" cy="292608"/>
          </a:xfrm>
          <a:prstGeom prst="rect">
            <a:avLst/>
          </a:prstGeom>
          <a:solidFill>
            <a:srgbClr val="D9E2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可直接复用的模型权重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06424"/>
            <a:ext cx="5577840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nvidia/Nemotron-3-Nano-Omni-30B-A3B-Reasoning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BF16 / FP8 / NVFP4 三档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[HuggingFace]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77264"/>
            <a:ext cx="5577840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meituan-longcat/LongCat-Next + tokenizers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A3B 68.5B,含 dNaViT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[HuggingFace + GitHub]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48104"/>
            <a:ext cx="5577840" cy="334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Qwen3.5-Omni-Plus / Flash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API,无权重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[通义千问 API]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46960"/>
            <a:ext cx="5760720" cy="1478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46960"/>
            <a:ext cx="5760720" cy="292608"/>
          </a:xfrm>
          <a:prstGeom prst="rect">
            <a:avLst/>
          </a:prstGeom>
          <a:solidFill>
            <a:srgbClr val="D9E2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8353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可直接跑的训练 / RL 代码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76144"/>
            <a:ext cx="5577840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NVIDIA/Megatron-Bridge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Omni 完整训练代码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[GitHub NVIDIA-NeMo]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54274"/>
            <a:ext cx="5577840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NVIDIA/NeMo-RL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+ MPO + 模态分段 RL 实现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[GitHub NVIDIA-NeMo]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32404"/>
            <a:ext cx="5577840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NVIDIA/DataDesigner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长文档数据生成 runnable pipeline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[GitHub NVIDIA-NeMo]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10534"/>
            <a:ext cx="5577840" cy="241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vLLM nightly + VLMEvalKit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+ 评测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[OSS]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16680"/>
            <a:ext cx="5760720" cy="1478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16680"/>
            <a:ext cx="5760720" cy="292608"/>
          </a:xfrm>
          <a:prstGeom prst="rect">
            <a:avLst/>
          </a:prstGeom>
          <a:solidFill>
            <a:srgbClr val="D9E2F3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5325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可直接训的数据集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45864"/>
            <a:ext cx="557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nvidia/Nemotron-Image-Training-v3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6.9M 视觉训练样本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[HF (NeMo)]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68368"/>
            <a:ext cx="557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Granary v1.1 ASR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59.2M 样本,Nemotron Stage 2/3 用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[公开]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90872"/>
            <a:ext cx="557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LLaVA-OneVision-Data / Cambrian-7M / Cauldron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视觉指令通用底座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[HF / GitHub]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913376"/>
            <a:ext cx="557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MMC4 / OBELICS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交错图文(关键稀缺资源)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[公开]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135880"/>
            <a:ext cx="5577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RLHF-V / VLFeedback / POVID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多模态偏好数据 </a:t>
            </a:r>
            <a:pPr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[公开]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777240"/>
            <a:ext cx="55321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777240"/>
            <a:ext cx="55321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8229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 必跑评测清单 — 8 维度 36 项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1252728"/>
            <a:ext cx="1097280" cy="4594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25272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视觉理解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43800" y="125272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 / MMLongBench-Doc / OCRBench-V2 / CharXiv / OCR-Reasoning / AI2D / ChartQA / DocVQA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1730502"/>
            <a:ext cx="534924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1767078"/>
            <a:ext cx="1097280" cy="4594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76707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数学推理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43800" y="176707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MathVista-Mini / MathVision / MathVerse / We-Math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55080" y="2244852"/>
            <a:ext cx="534924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2281428"/>
            <a:ext cx="1097280" cy="45948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28142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GUI ★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43800" y="228142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ScreenSpot-Pro(Nemotron 59.3 vs Qwen3-Omni 5.5)/ OSWorld-G / OSWorld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55080" y="2759202"/>
            <a:ext cx="534924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2795778"/>
            <a:ext cx="1097280" cy="4594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79577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543800" y="279577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VideoMME / LongVideoBench / DailyOmni / MVBench / EgoSchema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55080" y="3273552"/>
            <a:ext cx="534924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3310128"/>
            <a:ext cx="1097280" cy="45948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31012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 端到端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43800" y="331012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DailyOmni / WorldSense / AVUT / OmniCloze / OmniGAIA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3787902"/>
            <a:ext cx="534924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824478"/>
            <a:ext cx="1097280" cy="4594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382447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音频理解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543800" y="382447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OpenASR(8 子集)/ MMAU / MMAR / MMSU / VoiceBench(9 子集)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55080" y="4302252"/>
            <a:ext cx="534924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4338828"/>
            <a:ext cx="1097280" cy="459486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433882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/ 语音生成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543800" y="433882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SEED-TTS WER + speaker similarity / SeedTTS-zh / SeedTTS-en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55080" y="4816602"/>
            <a:ext cx="5349240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55080" y="4853178"/>
            <a:ext cx="1097280" cy="45948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4853178"/>
            <a:ext cx="109728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文本回归 ★必跑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543800" y="4853178"/>
            <a:ext cx="4160520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/ MMLU-Redux / SuperGPQA / IFBench / AA-LCR / LiveCodeBench v6 / BFCL-V4 / TAU2Bench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三件套已开源: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Megatron-Bridge + NeMo-RL + Nemotron-Image-Training-v3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 omni 后训练的「工程起步线」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(6.9M)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Qwen3.5 闭源但配方公开: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ARIA / OPD / Specialist Distillation 三个 trick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无需权重也可复用,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落地到 Nemotron 代码上即可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ScreenSpot-Pro 是新区分线: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59.3 vs Qwen3-Omni 5.5,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agent 能力是 2026 SOTA 试金石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 50+ 个点,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NVIDIA/Megatron-Bridge + NVIDIA/NeMo-RL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(GitHub, 2026)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meituan-longcat/LongCat-Next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(HF + GitHub, 2026.03)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评测清单整合自三篇报告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/ LongCat / Qwen3.5)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路径决策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用例-架构-资源三维匹配,GSPO 与文本回归测试是新硬门槛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251960"/>
        </p:xfrm>
        <a:graphic>
          <a:graphicData uri="http://schemas.openxmlformats.org/drawingml/2006/table">
            <a:tbl>
              <a:tblPr/>
              <a:tblGrid>
                <a:gridCol w="1691640"/>
                <a:gridCol w="1920240"/>
                <a:gridCol w="1920240"/>
                <a:gridCol w="1874520"/>
                <a:gridCol w="192024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你的用例 / 约束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推荐路径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直接复用对象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最小可行 SFT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段最低配置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文本回归门槛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理解-only + agentic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长文档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全开源,模块化 Thinker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Megatron-Bridge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NeMo-RL + v3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0/1/4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 SFT 够用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MPO + Image-RL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Text-RL S2(必)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≤2 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ScreenSpot-Pro &gt;50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需图像/语音生成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一体化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 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Native unified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LongCat-Next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dNaViT + 8 级 RVQ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DiNA 联合预训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或 continue-pretrain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DPO + 数据 rebal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(论文未细化)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 5 点损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GenEval &gt;75 为底线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仅语音生成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端到端对话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+ 自建 Talker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借 Qwen3.5 配方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自实现 ARIA + RVQ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 Talker 4 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(general→CPT→DPO→FT)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Talker DPO + GSPO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Speaker FT 可选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文本损 ≤1 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SEED-TTS WER &lt; 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闭源 API 集成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(产品快速上线)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 Qwen3.5-Omni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Plus / Flash 两档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通义千问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无需训练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产品端 SLA 验证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TTFC 54-56ms 标定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算力极限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(单机 / 小集群)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NVFP4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20.9GB 单卡可载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nvidia/Nemotron-Omni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-NVFP4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RTX 5090 可推理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Stage 0/1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跳过 audio + 长上下文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MPO 一段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其余跳过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损 ≤3 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可放宽,但必须测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138928"/>
            <a:ext cx="11430000" cy="45720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1846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三篇贯穿的不变量(选哪条都必须满足):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① MoE A3B 已成默认骨干</a:t>
            </a:r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dense base 必须先 upcycle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多阶段渐进 ≠ joint training</a:t>
            </a:r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modality-by-modality 加 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GSPO + 模态分段 RL 是新 SOTA 配方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用例驱动选型: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理解-only → Nemotron;要图像生成 → LongCat;只要语音生成 →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+ 自建 Talker(借 Qwen3.5 配方);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不存在通吃方案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文本回归是心电图: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任何阶段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掉 &gt;2 点立即 rollback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或加 Text-RL S2 修复段;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0.9 / Nemotron 1 / LongCat 5.3 是分位线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NVFP4 是部署门槛降低: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30B-A3B-NVFP4 仅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RTX 5090 / DGX Spark 可推理,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20.9GB,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降低单机 omni 的部署门槛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三篇报告综合分析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Nemotron(2604.24954)+ LongCat(2603.27538)+ Qwen3.5(2604.15804)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upcycling / context parallel / NVFP4 量化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配套工程实践 (NVIDIA + Meituan + Alibaba 公开数据,2026.03-04)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 后训练 2026.05 — 三派分立</dc:title>
  <dc:subject>PptxGenJS Presentation</dc:subject>
  <dc:creator>Tech Insight</dc:creator>
  <cp:lastModifiedBy>Tech Insight</cp:lastModifiedBy>
  <cp:revision>1</cp:revision>
  <dcterms:created xsi:type="dcterms:W3CDTF">2026-05-05T20:45:15Z</dcterms:created>
  <dcterms:modified xsi:type="dcterms:W3CDTF">2026-05-05T20:45:15Z</dcterms:modified>
</cp:coreProperties>
</file>